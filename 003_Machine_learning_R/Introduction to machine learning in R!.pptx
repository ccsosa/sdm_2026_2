
<file path=[Content_Types].xml><?xml version="1.0" encoding="utf-8"?>
<Types xmlns="http://schemas.openxmlformats.org/package/2006/content-types">
  <Default Extension="Dlj3Qp4OOK7GRuO_FW6CG78zScj7_kcrczu-p01jFNE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3" r:id="rId8"/>
    <p:sldId id="259" r:id="rId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C0DAF1-062D-BAFC-6544-CEC98E5E9B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6620126-FABC-96AD-0072-85D1796F2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45A98-1F7C-391D-83CB-422E24218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18D6E0-2B9A-A700-209C-126752A9D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F883D9-5E13-1C24-DFE8-F90F20E14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86293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4291A4-E717-4A85-A51E-A05EADB4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92C24B-5992-DF1D-8594-36E5DC143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3191DF-7E8D-6958-2780-FE46B1E2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5CA7ED-9BFC-0525-AAB8-C357E5E0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5B39B6-2397-FB40-8343-2FC1B663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03985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ED563F-F66C-2E7C-F5D0-3FA2B5047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CEC5EA-2725-44CF-E551-53FD5127C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5248168-6C47-B906-848D-E60F111D9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A832E2-EC73-4172-6274-CF83A0E21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B08BE3-B09E-B11F-EFBE-7A8B8ECC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63487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0C0273-6ADA-B30C-1510-12DAA1228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9A66A7-70E1-F7C9-05A2-F6782594E8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1FC8145-7833-8062-549B-DCE82B388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43BF0A-B7A3-2172-6D4B-605570E56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C1FFD60-ACDE-EC9F-51AB-6E7D5F215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5E2C63-67F7-56CC-FD78-70B3009A6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563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115D8-8DCF-BEF7-9353-60376CD8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5A465B9-A1D1-8B5B-4282-B13D7593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2EF82E5-9714-3C5F-68FF-67E71E7E1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EED85C0-1EE2-9D34-80DC-0AE2C3A4AD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5EC57F1-ECD8-6EC7-613A-318E5E4B53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38381C9-C7B8-DA41-2F54-65530472B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C17233B-769E-F367-87EF-C93BF26DB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201A701-BAB6-2590-B9EE-A12CAD8F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28168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7D5D05-7C30-6158-F5BA-FD3661FF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483201-E460-1EF2-1E58-44C30E3E3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DB5A5E-24F6-A176-05E4-20F22BB9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95285A-64BD-711C-AC50-18D0574DB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3007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7BA771D-34B7-E4A4-E4B3-3274201E4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6CD8891-45D0-EC21-DC98-184D3E10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6EF0C22-4E2E-B8B4-28B9-7923981C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3785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33668-39D5-7F5E-0B91-88354D1AF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17F237-ED43-D69E-6234-D00A0CD40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A22ADD6-863C-902F-F9A5-9946E39DA0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FB8BE3-A9F9-65E6-9822-949D787CD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C0BAB7-37F6-8627-DCB4-858BD573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1C08A1-FB98-BF6E-0BE6-044B55BBB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8567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8A96C7-75D1-CEA8-DE9E-FD678FF36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BFF0136-8836-6221-C734-1D602CA580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D448687-7951-0FCA-E070-26754E00D9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4D31396-50A5-AB41-5732-2F93E3D8F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9557CF8-BB29-2DAB-E11F-525075F13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99564D4-962B-8193-3493-9065A4A7C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7390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55AE27-6CFD-9FA1-C3D3-B603BF327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2FCF94-6D8E-B966-365E-DE3E60D55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A50F5E-75B3-780E-D3F9-43BC81C0F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11D6CD3-4CD8-89BE-96CA-42FB1CFD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A0E12E-2473-43D9-772A-8182F37BA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0306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F77971-D587-7C5A-3CD9-4F19AB44B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BD49B3C-6A3A-3A24-F2C7-DF6C223912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45097C-2DE4-EE7B-BC53-C71CE7213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66FEC3-0A54-8E80-B3FD-8614E81AA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F6B7AF-E299-75FB-72FD-992651C5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913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562F4B-D367-9CE0-B880-32EAABD9F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D5BAD1E-5F1E-0829-FCDD-C87B6C30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95D8A8-31B0-6467-3E19-C3B43BDC95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2839FD-339B-4D18-81C2-EA1FC6E38DCB}" type="datetimeFigureOut">
              <a:rPr lang="es-CO" smtClean="0"/>
              <a:t>10/09/2026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623E86-DD70-72BF-8E7E-AD540E7092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7991AF-81F6-F468-AE3B-78DAF56CD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862D61-7047-455B-97BE-67224C478F0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498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csosa/Interpolate-Genetic-diversity" TargetMode="External"/><Relationship Id="rId2" Type="http://schemas.openxmlformats.org/officeDocument/2006/relationships/image" Target="../media/image1.Dlj3Qp4OOK7GRuO_FW6CG78zScj7_kcrczu-p01jFNE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1B89C-ED2E-3A91-40C0-96AF775246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Introduction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machine </a:t>
            </a:r>
            <a:r>
              <a:rPr lang="es-ES" dirty="0" err="1"/>
              <a:t>learning</a:t>
            </a:r>
            <a:r>
              <a:rPr lang="es-ES" dirty="0"/>
              <a:t> in R!</a:t>
            </a:r>
            <a:endParaRPr lang="es-CO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29A7E3A-1F18-2AD5-7D76-E0616E6F4F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931591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E2E5A0-AF9D-B033-82D7-863229D1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020E1B6-D38E-CFD4-2012-19823439A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3539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F17813-92B4-718D-B101-40DEF3DC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E5805D-EDFE-5120-6AC4-0943581E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03185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07F2C-679D-1479-51A4-D1B3DCE56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871CED-A7DD-A8A2-3686-5134F4F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47061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97099-43D4-06A3-ACEF-50BF013CB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Case </a:t>
            </a:r>
            <a:r>
              <a:rPr lang="es-ES" dirty="0" err="1"/>
              <a:t>study</a:t>
            </a:r>
            <a:r>
              <a:rPr lang="es-ES" dirty="0"/>
              <a:t>: </a:t>
            </a:r>
            <a:r>
              <a:rPr lang="es-ES" dirty="0" err="1"/>
              <a:t>What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posible </a:t>
            </a:r>
            <a:r>
              <a:rPr lang="es-ES" dirty="0" err="1"/>
              <a:t>expected</a:t>
            </a:r>
            <a:r>
              <a:rPr lang="es-ES" dirty="0"/>
              <a:t> </a:t>
            </a:r>
            <a:r>
              <a:rPr lang="es-ES" dirty="0" err="1"/>
              <a:t>heterozygocity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i="1" dirty="0"/>
              <a:t>Beta </a:t>
            </a:r>
            <a:r>
              <a:rPr lang="es-ES" i="1" dirty="0" err="1"/>
              <a:t>vulgaris</a:t>
            </a:r>
            <a:r>
              <a:rPr lang="es-ES" i="1" dirty="0"/>
              <a:t> </a:t>
            </a:r>
            <a:r>
              <a:rPr lang="es-ES" dirty="0"/>
              <a:t>(</a:t>
            </a:r>
            <a:r>
              <a:rPr lang="es-ES" dirty="0" err="1"/>
              <a:t>Sugarbeet</a:t>
            </a:r>
            <a:r>
              <a:rPr lang="es-ES" dirty="0"/>
              <a:t>)</a:t>
            </a:r>
            <a:endParaRPr lang="es-CO" dirty="0"/>
          </a:p>
        </p:txBody>
      </p:sp>
      <p:pic>
        <p:nvPicPr>
          <p:cNvPr id="5" name="Imagen 4" descr="image">
            <a:extLst>
              <a:ext uri="{FF2B5EF4-FFF2-40B4-BE49-F238E27FC236}">
                <a16:creationId xmlns:a16="http://schemas.microsoft.com/office/drawing/2014/main" id="{DA3AC325-C573-3328-1D4B-06F49EA4C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46" y="1589907"/>
            <a:ext cx="6903907" cy="514718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425A5E9-F7A9-FFF5-A80B-C4CEA6DD97C9}"/>
              </a:ext>
            </a:extLst>
          </p:cNvPr>
          <p:cNvSpPr txBox="1"/>
          <p:nvPr/>
        </p:nvSpPr>
        <p:spPr>
          <a:xfrm>
            <a:off x="9547953" y="5268093"/>
            <a:ext cx="23884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>
                <a:hlinkClick r:id="rId3"/>
              </a:rPr>
              <a:t>https://github.com/ccsosa/Interpolate-Genetic-diversity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76390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055AB404-DE71-D6F3-9F45-2914A264F06B}"/>
              </a:ext>
            </a:extLst>
          </p:cNvPr>
          <p:cNvGrpSpPr/>
          <p:nvPr/>
        </p:nvGrpSpPr>
        <p:grpSpPr>
          <a:xfrm>
            <a:off x="1259071" y="194872"/>
            <a:ext cx="6350554" cy="9444299"/>
            <a:chOff x="1259071" y="194872"/>
            <a:chExt cx="6350554" cy="9444299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BF14EBE1-E1D9-5A59-B84D-59086C6812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73" t="15691" r="3089" b="22752"/>
            <a:stretch>
              <a:fillRect/>
            </a:stretch>
          </p:blipFill>
          <p:spPr bwMode="auto">
            <a:xfrm>
              <a:off x="1337730" y="194872"/>
              <a:ext cx="6271895" cy="233870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D187956D-56DF-3695-8FA8-EDE1DFC9CE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67" t="10863" b="26373"/>
            <a:stretch>
              <a:fillRect/>
            </a:stretch>
          </p:blipFill>
          <p:spPr bwMode="auto">
            <a:xfrm>
              <a:off x="1337730" y="2533577"/>
              <a:ext cx="6271894" cy="225598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0119B5FB-5073-A1B0-CD0B-9DC87C19B7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73" t="15691" r="3089" b="22752"/>
            <a:stretch>
              <a:fillRect/>
            </a:stretch>
          </p:blipFill>
          <p:spPr bwMode="auto">
            <a:xfrm>
              <a:off x="1259071" y="4789557"/>
              <a:ext cx="6271895" cy="233870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898339CC-507C-F3EB-A402-3DD6126C4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04" t="10106" r="2214" b="21499"/>
            <a:stretch>
              <a:fillRect/>
            </a:stretch>
          </p:blipFill>
          <p:spPr bwMode="auto">
            <a:xfrm>
              <a:off x="1259071" y="7128262"/>
              <a:ext cx="6271895" cy="251090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5989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81E40-9BB8-469D-DE14-D16E6413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0065B4-032F-D96B-C85A-392682C16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55782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69BA9B-4ACB-AF79-9D45-271015297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3AB4FC-DA97-0F1A-B26F-667F30A02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453541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</Words>
  <Application>Microsoft Office PowerPoint</Application>
  <PresentationFormat>Panorámica</PresentationFormat>
  <Paragraphs>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de Office</vt:lpstr>
      <vt:lpstr>Introduction to machine learning in R!</vt:lpstr>
      <vt:lpstr>Presentación de PowerPoint</vt:lpstr>
      <vt:lpstr>Presentación de PowerPoint</vt:lpstr>
      <vt:lpstr>Presentación de PowerPoint</vt:lpstr>
      <vt:lpstr>Case study: What is the posible expected heterozygocity for Beta vulgaris (Sugarbeet)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Sosa, Chrystian (Consultant - Alliance Bioversity-CIAT)</dc:creator>
  <cp:lastModifiedBy>Sosa, Chrystian (Consultant - Alliance Bioversity-CIAT)</cp:lastModifiedBy>
  <cp:revision>9</cp:revision>
  <dcterms:created xsi:type="dcterms:W3CDTF">2026-09-06T14:57:38Z</dcterms:created>
  <dcterms:modified xsi:type="dcterms:W3CDTF">2026-09-11T03:20:46Z</dcterms:modified>
</cp:coreProperties>
</file>